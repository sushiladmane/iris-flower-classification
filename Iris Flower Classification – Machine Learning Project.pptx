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7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19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0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4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9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1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42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29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1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1283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79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0849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99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28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4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DD9BD-4931-4D9F-BCD9-F37E72AB7DCC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565351B-7DC8-4BCE-9491-3BD47E93F9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1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3D86-BA13-5A03-89F9-C1C2BC22C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250303"/>
            <a:ext cx="8915399" cy="1978090"/>
          </a:xfrm>
        </p:spPr>
        <p:txBody>
          <a:bodyPr/>
          <a:lstStyle/>
          <a:p>
            <a:r>
              <a:rPr lang="en-US"/>
              <a:t>Iris Flower Classification – Machine Learning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16D34-ACA2-52A4-D2E5-063176061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58612"/>
            <a:ext cx="8915399" cy="951722"/>
          </a:xfrm>
        </p:spPr>
        <p:txBody>
          <a:bodyPr>
            <a:normAutofit/>
          </a:bodyPr>
          <a:lstStyle/>
          <a:p>
            <a:r>
              <a:rPr lang="en-US"/>
              <a:t>Classification using SVM, Decision Tree &amp; KNN</a:t>
            </a:r>
          </a:p>
          <a:p>
            <a:r>
              <a:rPr lang="en-US" b="1"/>
              <a:t>Tools:</a:t>
            </a:r>
            <a:r>
              <a:rPr lang="en-US"/>
              <a:t> Python | Pandas | Seaborn | Scikit-learn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6BCF-FBAB-A33D-F49C-525A1D035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DF7D7-D890-4D92-A3AF-E4F8523F2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objective of this project is to classify Iris flowers into different species</a:t>
            </a:r>
          </a:p>
          <a:p>
            <a:r>
              <a:rPr lang="en-US"/>
              <a:t>Classification is based on flower measurement features</a:t>
            </a:r>
          </a:p>
        </p:txBody>
      </p:sp>
    </p:spTree>
    <p:extLst>
      <p:ext uri="{BB962C8B-B14F-4D97-AF65-F5344CB8AC3E}">
        <p14:creationId xmlns:p14="http://schemas.microsoft.com/office/powerpoint/2010/main" val="3296249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4821-52A0-1212-A5DE-D0735987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429DC-AB34-5122-5539-A7E83352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7245" y="2002971"/>
            <a:ext cx="8915400" cy="3777622"/>
          </a:xfrm>
        </p:spPr>
        <p:txBody>
          <a:bodyPr/>
          <a:lstStyle/>
          <a:p>
            <a:r>
              <a:rPr lang="en-US" b="1"/>
              <a:t>Dataset Name:</a:t>
            </a:r>
            <a:r>
              <a:rPr lang="en-US"/>
              <a:t> Iris Dataset</a:t>
            </a:r>
          </a:p>
          <a:p>
            <a:r>
              <a:rPr lang="en-US"/>
              <a:t>Columns Used:</a:t>
            </a:r>
          </a:p>
          <a:p>
            <a:pPr>
              <a:buFont typeface="+mj-lt"/>
              <a:buAutoNum type="arabicPeriod"/>
            </a:pPr>
            <a:r>
              <a:rPr lang="en-US"/>
              <a:t>SepalLengthCm</a:t>
            </a:r>
          </a:p>
          <a:p>
            <a:pPr>
              <a:buFont typeface="+mj-lt"/>
              <a:buAutoNum type="arabicPeriod"/>
            </a:pPr>
            <a:r>
              <a:rPr lang="en-US"/>
              <a:t>SepalWidthCm</a:t>
            </a:r>
          </a:p>
          <a:p>
            <a:pPr>
              <a:buFont typeface="+mj-lt"/>
              <a:buAutoNum type="arabicPeriod"/>
            </a:pPr>
            <a:r>
              <a:rPr lang="en-US"/>
              <a:t>PetalLengthCm</a:t>
            </a:r>
          </a:p>
          <a:p>
            <a:pPr>
              <a:buFont typeface="+mj-lt"/>
              <a:buAutoNum type="arabicPeriod"/>
            </a:pPr>
            <a:r>
              <a:rPr lang="en-US"/>
              <a:t>PetalWidthCm</a:t>
            </a:r>
          </a:p>
          <a:p>
            <a:pPr>
              <a:buFont typeface="+mj-lt"/>
              <a:buAutoNum type="arabicPeriod"/>
            </a:pPr>
            <a:r>
              <a:rPr lang="en-US"/>
              <a:t>Species (Target variable)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E65C-A2C0-A6D4-584F-749F2823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Libraries &amp;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B53A2-8006-181B-293D-75364246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NumPy</a:t>
            </a:r>
            <a:r>
              <a:rPr lang="en-US"/>
              <a:t> – Numerical operations</a:t>
            </a:r>
          </a:p>
          <a:p>
            <a:r>
              <a:rPr lang="en-US" b="1"/>
              <a:t>Pandas</a:t>
            </a:r>
            <a:r>
              <a:rPr lang="en-US"/>
              <a:t> – Data loading &amp; manipulation</a:t>
            </a:r>
          </a:p>
          <a:p>
            <a:r>
              <a:rPr lang="en-US" b="1"/>
              <a:t>Matplotlib &amp; Seaborn</a:t>
            </a:r>
            <a:r>
              <a:rPr lang="en-US"/>
              <a:t> – Data visualization</a:t>
            </a:r>
          </a:p>
          <a:p>
            <a:r>
              <a:rPr lang="en-US" b="1"/>
              <a:t>Scikit-learn</a:t>
            </a:r>
            <a:r>
              <a:rPr lang="en-US"/>
              <a:t> – Machine learning models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153164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623A-63F6-579A-B2CC-012D324D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Data Analysis (EDA)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1C39F-B998-4062-FBC0-8709AB897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Checked dataset structure using df.info()</a:t>
            </a:r>
          </a:p>
          <a:p>
            <a:r>
              <a:rPr lang="en-US"/>
              <a:t>Verified missing values and data types</a:t>
            </a:r>
          </a:p>
          <a:p>
            <a:r>
              <a:rPr lang="en-US"/>
              <a:t>Used </a:t>
            </a:r>
            <a:r>
              <a:rPr lang="en-US" b="1"/>
              <a:t>Seaborn pairplot</a:t>
            </a:r>
            <a:r>
              <a:rPr lang="en-US"/>
              <a:t> to visualize relationships</a:t>
            </a:r>
          </a:p>
          <a:p>
            <a:r>
              <a:rPr lang="en-US"/>
              <a:t>Pairplot helps understand feature separation among species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12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496D-440F-7A02-F825-8981F6D3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346" y="652102"/>
            <a:ext cx="8911687" cy="1280890"/>
          </a:xfrm>
        </p:spPr>
        <p:txBody>
          <a:bodyPr/>
          <a:lstStyle/>
          <a:p>
            <a:r>
              <a:rPr lang="en-US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EC695-FD42-56D5-DE96-E2A09123F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Selected first four columns as input features</a:t>
            </a:r>
          </a:p>
          <a:p>
            <a:r>
              <a:rPr lang="en-US"/>
              <a:t>Species column used as output label</a:t>
            </a:r>
          </a:p>
          <a:p>
            <a:r>
              <a:rPr lang="en-US"/>
              <a:t>Converted dataframe into NumPy arrays</a:t>
            </a:r>
          </a:p>
          <a:p>
            <a:r>
              <a:rPr lang="en-US"/>
              <a:t>Data split into:</a:t>
            </a:r>
          </a:p>
          <a:p>
            <a:pPr>
              <a:buFont typeface="+mj-lt"/>
              <a:buAutoNum type="arabicPeriod"/>
            </a:pPr>
            <a:r>
              <a:rPr lang="en-US"/>
              <a:t>80% Training data</a:t>
            </a:r>
          </a:p>
          <a:p>
            <a:pPr>
              <a:buFont typeface="+mj-lt"/>
              <a:buAutoNum type="arabicPeriod"/>
            </a:pPr>
            <a:r>
              <a:rPr lang="en-US"/>
              <a:t>20% Testing data</a:t>
            </a:r>
          </a:p>
        </p:txBody>
      </p:sp>
    </p:spTree>
    <p:extLst>
      <p:ext uri="{BB962C8B-B14F-4D97-AF65-F5344CB8AC3E}">
        <p14:creationId xmlns:p14="http://schemas.microsoft.com/office/powerpoint/2010/main" val="80654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206C-6C4A-E313-FA3F-5568146A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 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B4A9B-EEA9-2E39-F757-965012DB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classification algorithms were implemented: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Support Vector Machine (SVM)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Decision Tree Classifier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K-Nearest Neighbors (KNN)</a:t>
            </a:r>
          </a:p>
        </p:txBody>
      </p:sp>
    </p:spTree>
    <p:extLst>
      <p:ext uri="{BB962C8B-B14F-4D97-AF65-F5344CB8AC3E}">
        <p14:creationId xmlns:p14="http://schemas.microsoft.com/office/powerpoint/2010/main" val="398339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E72C-8E65-76D8-7AA5-9FA945CB6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Vector Machine (SVM)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5B3C0-DEC1-8536-F596-2BC419DB4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SVM finds an optimal hyperplane to separate classes</a:t>
            </a:r>
          </a:p>
          <a:p>
            <a:r>
              <a:rPr lang="en-US"/>
              <a:t>Trained using svc() from Scikit-learn</a:t>
            </a:r>
          </a:p>
          <a:p>
            <a:r>
              <a:rPr lang="en-US"/>
              <a:t>Model predictions evaluated using:</a:t>
            </a:r>
          </a:p>
          <a:p>
            <a:pPr>
              <a:buFont typeface="+mj-lt"/>
              <a:buAutoNum type="arabicPeriod"/>
            </a:pPr>
            <a:r>
              <a:rPr lang="en-US"/>
              <a:t> Accuracy score</a:t>
            </a:r>
          </a:p>
          <a:p>
            <a:pPr>
              <a:buFont typeface="+mj-lt"/>
              <a:buAutoNum type="arabicPeriod"/>
            </a:pPr>
            <a:r>
              <a:rPr lang="en-US"/>
              <a:t>Confusion matrix</a:t>
            </a:r>
          </a:p>
          <a:p>
            <a:pPr>
              <a:buFont typeface="+mj-lt"/>
              <a:buAutoNum type="arabicPeriod"/>
            </a:pPr>
            <a:r>
              <a:rPr lang="en-US"/>
              <a:t>Classification report</a:t>
            </a:r>
          </a:p>
        </p:txBody>
      </p:sp>
    </p:spTree>
    <p:extLst>
      <p:ext uri="{BB962C8B-B14F-4D97-AF65-F5344CB8AC3E}">
        <p14:creationId xmlns:p14="http://schemas.microsoft.com/office/powerpoint/2010/main" val="305036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0974-4131-3938-F8E9-70E58B1B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Tree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D113F-D999-5A60-569E-19BB4FE88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Decision Tree splits data based on feature conditions</a:t>
            </a:r>
          </a:p>
          <a:p>
            <a:r>
              <a:rPr lang="en-US"/>
              <a:t>Easy to understand and interpret</a:t>
            </a:r>
          </a:p>
          <a:p>
            <a:r>
              <a:rPr lang="en-US"/>
              <a:t>Trained using DecisionTreeClassifier()</a:t>
            </a:r>
          </a:p>
          <a:p>
            <a:r>
              <a:rPr lang="en-US"/>
              <a:t>Performance evaluated using accuracy and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3105449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5168-E3FE-E712-3932-3D175248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K-Nearest Neighbors (KNN)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66F0-9322-E562-605D-05C9C4CB4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KNN classifies data based on nearest neighbors</a:t>
            </a:r>
          </a:p>
          <a:p>
            <a:r>
              <a:rPr lang="en-US"/>
              <a:t>Uses distance-based learning</a:t>
            </a:r>
          </a:p>
          <a:p>
            <a:r>
              <a:rPr lang="en-US"/>
              <a:t>Implemented using KNearestNeighborn()</a:t>
            </a:r>
          </a:p>
          <a:p>
            <a:r>
              <a:rPr lang="en-US"/>
              <a:t>Accuracy calculated on test data</a:t>
            </a:r>
          </a:p>
        </p:txBody>
      </p:sp>
    </p:spTree>
    <p:extLst>
      <p:ext uri="{BB962C8B-B14F-4D97-AF65-F5344CB8AC3E}">
        <p14:creationId xmlns:p14="http://schemas.microsoft.com/office/powerpoint/2010/main" val="87161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8A6A-1298-87EB-EDD8-CB26F7545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1BB5-CC84-81FA-19B3-61791B3A7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Models were evaluated using: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Accuracy Score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Confusion Matrix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Precision, Recall, F1-score</a:t>
            </a:r>
          </a:p>
          <a:p>
            <a:r>
              <a:rPr lang="en-US"/>
              <a:t>These metrics help compare performance across models.</a:t>
            </a:r>
          </a:p>
        </p:txBody>
      </p:sp>
    </p:spTree>
    <p:extLst>
      <p:ext uri="{BB962C8B-B14F-4D97-AF65-F5344CB8AC3E}">
        <p14:creationId xmlns:p14="http://schemas.microsoft.com/office/powerpoint/2010/main" val="386903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E24D-07C3-34DF-3B39-F5A1D548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E5E3-7658-C29A-EB8F-70A39C5DC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All models achieved </a:t>
            </a:r>
            <a:r>
              <a:rPr lang="en-US" b="1"/>
              <a:t>high accuracy (~95% – 100%)</a:t>
            </a:r>
          </a:p>
          <a:p>
            <a:r>
              <a:rPr lang="en-US"/>
              <a:t>SVM performed consistently well</a:t>
            </a:r>
            <a:endParaRPr lang="en-US" b="1"/>
          </a:p>
          <a:p>
            <a:r>
              <a:rPr lang="en-US"/>
              <a:t>Decision Tree provided clear classification logic</a:t>
            </a:r>
            <a:endParaRPr lang="en-US" b="1"/>
          </a:p>
          <a:p>
            <a:r>
              <a:rPr lang="en-US"/>
              <a:t>KNN showed strong performance with small dataset</a:t>
            </a:r>
          </a:p>
        </p:txBody>
      </p:sp>
    </p:spTree>
    <p:extLst>
      <p:ext uri="{BB962C8B-B14F-4D97-AF65-F5344CB8AC3E}">
        <p14:creationId xmlns:p14="http://schemas.microsoft.com/office/powerpoint/2010/main" val="3478270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FF70-2975-132A-84E8-85F11108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A7D30-1216-8119-73EB-3A8094064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Successfully implemented multiple ML classification models</a:t>
            </a:r>
          </a:p>
          <a:p>
            <a:r>
              <a:rPr lang="en-US"/>
              <a:t>Compared different algorithms on the same dataset</a:t>
            </a:r>
          </a:p>
          <a:p>
            <a:r>
              <a:rPr lang="en-US"/>
              <a:t>Project demonstrates understanding of: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Data preprocessing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Model training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195907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32DC-1226-9C3B-9333-449814A0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2733869"/>
            <a:ext cx="8911687" cy="2006081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879024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31</TotalTime>
  <Words>347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Wingdings</vt:lpstr>
      <vt:lpstr>Wingdings 3</vt:lpstr>
      <vt:lpstr>Wisp</vt:lpstr>
      <vt:lpstr>Iris Flower Classification – Machine Learning Project</vt:lpstr>
      <vt:lpstr>Problem Statement</vt:lpstr>
      <vt:lpstr>Dataset Description</vt:lpstr>
      <vt:lpstr>Libraries &amp; Tools Used</vt:lpstr>
      <vt:lpstr>Exploratory Data Analysis (EDA)</vt:lpstr>
      <vt:lpstr>Data Preparation</vt:lpstr>
      <vt:lpstr>Machine Learning Models Used</vt:lpstr>
      <vt:lpstr>Support Vector Machine (SVM)</vt:lpstr>
      <vt:lpstr>Decision Tree Classifier</vt:lpstr>
      <vt:lpstr>K-Nearest Neighbors (KNN)</vt:lpstr>
      <vt:lpstr>Model Evaluation Metrics</vt:lpstr>
      <vt:lpstr>Results Summary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sushil admane</dc:creator>
  <cp:lastModifiedBy>sushil admane</cp:lastModifiedBy>
  <cp:revision>1</cp:revision>
  <dcterms:created xsi:type="dcterms:W3CDTF">2025-12-16T09:20:23Z</dcterms:created>
  <dcterms:modified xsi:type="dcterms:W3CDTF">2025-12-16T09:51:50Z</dcterms:modified>
</cp:coreProperties>
</file>